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Exploring GAN Variants for Balancing Imbalanced Datasets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Special Topics in Data Science</a:t>
            </a:r>
          </a:p>
          <a:p>
            <a:r>
              <a:rPr dirty="0"/>
              <a:t>Jana AbuJabal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imbalance causes machine learning models to perform poorly on the minority class.</a:t>
            </a:r>
          </a:p>
          <a:p>
            <a:pPr lvl="1"/>
            <a:r>
              <a:t>Use GANs to generate synthetic minority samples.</a:t>
            </a:r>
          </a:p>
          <a:p>
            <a:pPr lvl="1"/>
            <a:r>
              <a:t>Compare Vanilla GAN and WGAN.</a:t>
            </a:r>
          </a:p>
          <a:p>
            <a:pPr lvl="1"/>
            <a:r>
              <a:t>Evaluate impact on classification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Marketing Dataset (UCI Repository)</a:t>
            </a:r>
          </a:p>
          <a:p>
            <a:pPr lvl="1"/>
            <a:r>
              <a:t>Target variable: deposit (yes/no)</a:t>
            </a:r>
          </a:p>
          <a:p>
            <a:pPr lvl="1"/>
            <a:r>
              <a:t>Artificial imbalance created:</a:t>
            </a:r>
          </a:p>
          <a:p>
            <a:pPr lvl="1"/>
            <a:r>
              <a:t>Class 0 (no): 5,873</a:t>
            </a:r>
          </a:p>
          <a:p>
            <a:pPr lvl="1"/>
            <a:r>
              <a:t>Class 1 (yes): 1,000</a:t>
            </a:r>
          </a:p>
          <a:p>
            <a:pPr lvl="1"/>
            <a:r>
              <a:t>42 features after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Models</a:t>
            </a:r>
          </a:p>
          <a:p>
            <a:pPr lvl="1"/>
            <a:r>
              <a:t>Vanilla GAN</a:t>
            </a:r>
          </a:p>
          <a:p>
            <a:pPr lvl="1"/>
            <a:r>
              <a:t>Wasserstein GAN (WGAN)</a:t>
            </a:r>
          </a:p>
          <a:p>
            <a:pPr lvl="1"/>
            <a:r>
              <a:t>Trained on minority class only</a:t>
            </a:r>
          </a:p>
          <a:p>
            <a:pPr lvl="1"/>
            <a:r>
              <a:t>Generated 4,873 synthetic samples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</a:t>
            </a:r>
          </a:p>
          <a:p>
            <a:pPr lvl="1"/>
            <a:r>
              <a:t>70% training / 30% testing</a:t>
            </a:r>
          </a:p>
          <a:p>
            <a:pPr lvl="1"/>
            <a:r>
              <a:t>Three scenarios:</a:t>
            </a:r>
          </a:p>
          <a:p>
            <a:pPr lvl="1"/>
            <a:r>
              <a:t>1. Original imbalanced dataset</a:t>
            </a:r>
          </a:p>
          <a:p>
            <a:pPr lvl="1"/>
            <a:r>
              <a:t>2. Balanced with Vanilla GAN</a:t>
            </a:r>
          </a:p>
          <a:p>
            <a:pPr lvl="1"/>
            <a:r>
              <a:t>3. Balanced with WGAN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289482"/>
              </p:ext>
            </p:extLst>
          </p:nvPr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Vanilla 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dirty="0"/>
                        <a:t>WGAN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GAN-based augmentation significantly improved performance.</a:t>
            </a:r>
          </a:p>
          <a:p>
            <a:pPr lvl="1"/>
            <a:r>
              <a:t>Recall improved from 36% to ~89%</a:t>
            </a:r>
          </a:p>
          <a:p>
            <a:pPr lvl="1"/>
            <a:r>
              <a:t>F1-score improved from 0.46 to ~0.93</a:t>
            </a:r>
          </a:p>
          <a:p>
            <a:pPr lvl="1"/>
            <a:r>
              <a:t>WGAN achieved the best overall performance</a:t>
            </a:r>
          </a:p>
          <a:p>
            <a:pPr lvl="1"/>
            <a:r>
              <a:t>GANs are effective for handling class imbalance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Office PowerPoint</Application>
  <PresentationFormat>On-screen Show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Exploring GAN Variants for Balancing Imbalanced Datasets</vt:lpstr>
      <vt:lpstr>Problem Statement</vt:lpstr>
      <vt:lpstr>Dataset Description</vt:lpstr>
      <vt:lpstr>GAN Architectures</vt:lpstr>
      <vt:lpstr>Classification Setup</vt:lpstr>
      <vt:lpstr>Results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96279</dc:creator>
  <cp:keywords/>
  <dc:description>generated using python-pptx</dc:description>
  <cp:lastModifiedBy>Jana AbuJabal</cp:lastModifiedBy>
  <cp:revision>2</cp:revision>
  <dcterms:created xsi:type="dcterms:W3CDTF">2013-01-27T09:14:16Z</dcterms:created>
  <dcterms:modified xsi:type="dcterms:W3CDTF">2026-05-19T22:21:46Z</dcterms:modified>
  <cp:category/>
</cp:coreProperties>
</file>